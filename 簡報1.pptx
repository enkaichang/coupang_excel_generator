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3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FD3C37-3EF7-9D8F-3FCD-368A6E50B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0B2315A-395C-EDCC-2518-D34199253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047D12-FF77-1455-F216-1075A1F8F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9F5E-622B-48FD-987C-0B8AAD9317F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4D1CE4-84EA-5F2F-4FE8-B89E62DF0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E96BDF-D593-850B-98C5-B8F869895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FCFF-F0F4-45C7-BDE3-3B603CBED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30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B58891-F719-D343-0B88-963B901C2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E8BF55-EC78-028C-CC95-60298B9E5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2A1264-9146-88FF-52A1-BD9BD29B6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9F5E-622B-48FD-987C-0B8AAD9317F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07E7506-549E-5D53-54F1-2FAA31506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5CED5C-114E-0228-1C84-237C6F114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FCFF-F0F4-45C7-BDE3-3B603CBED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17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BA4077-9B9E-6B1F-9748-30832AAF4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486C39B-4CEE-CFE7-B82C-B18DF3A18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128BDB-C1B8-875B-7E44-7E7707A3D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9F5E-622B-48FD-987C-0B8AAD9317F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89909B6-9143-FB59-0716-FCAC3B8C9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F0B34C-C1EC-8F09-3944-72D8F7A82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FCFF-F0F4-45C7-BDE3-3B603CBED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141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31B5F4-CA5A-FF1B-E47D-E3DF3CBB3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1695DA-305C-A5E1-44A4-7A074BA050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16861C8-1891-0A90-DA12-B14E808E4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81CC16C-0658-3E12-5274-8D8319CDA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9F5E-622B-48FD-987C-0B8AAD9317F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CE4D109-7DE7-C9B0-F2D1-F3D887C04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A6F190F-5960-92B3-53BF-1BA156737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FCFF-F0F4-45C7-BDE3-3B603CBED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77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976C15-F673-C0C2-E8BE-FF7C2C338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3F06C70-A7B8-AC6B-CFD0-E3A2BBB92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3906851-9EA0-9518-AF4A-52ED91667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4B27586-B96A-36F7-E7CD-F9894DDDB0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4905E7A-578D-6532-F0D4-D84B3CA0EA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406D914-1B4C-89ED-D3E7-B062F8002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9F5E-622B-48FD-987C-0B8AAD9317F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436A003-B349-8724-5648-BEEF17E58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C8C5C8F-D75E-0A3F-F16F-F49242BE6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FCFF-F0F4-45C7-BDE3-3B603CBED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346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BB5F55-EBB1-BF40-A979-ABE7A7AF9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CA5AD91-162E-CA3D-A0D6-6E753DE7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9F5E-622B-48FD-987C-0B8AAD9317F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FE39DA4-4B68-B34B-6147-C12C9EB93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3F8918B-E75E-DDE7-4D4C-4F81FFAC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FCFF-F0F4-45C7-BDE3-3B603CBED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298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1623465-D1FC-4465-0C71-B4F0B2B8B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9F5E-622B-48FD-987C-0B8AAD9317F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68B46EB-9C12-7690-E735-4A21A2AF3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BE7397-6198-F2DC-F598-A1DE2ADCA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FCFF-F0F4-45C7-BDE3-3B603CBED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43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BA67F5-9809-5E77-60D2-86E275A77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BDE236-13C8-8852-013B-0362D5705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2097EBD-5A9C-B602-131A-FFC54A83E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860CD15-504A-0FF3-5B82-7694EEE45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9F5E-622B-48FD-987C-0B8AAD9317F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BAAD976-EBB7-11BD-16E0-B78EDBD21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7C61D80-D02E-FAA0-6177-D476294D1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FCFF-F0F4-45C7-BDE3-3B603CBED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238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84E4FE-6DB3-E6E7-0536-BFC5EEDFB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FCAC6F5-455B-8F33-3F87-053068544F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8178B40-03F3-F716-FB40-59EF287AC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4B3F09C-2943-A9E0-EF82-73F6BBE68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9F5E-622B-48FD-987C-0B8AAD9317F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FBEAA9B-A203-316A-4D11-A0F0F5CC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FDB91FE-E850-F70A-A38F-65D6EA792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FCFF-F0F4-45C7-BDE3-3B603CBED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76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E5461D-9BD5-9FE8-6AB2-EF814504E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A105702-F038-D7B0-ABAB-6E03CB335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460F71-9AED-3484-531A-B30DAB6C8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9F5E-622B-48FD-987C-0B8AAD9317F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69D09C-0776-9D5E-13B5-B4351BDD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9D4ED9-272B-4AF5-7245-0BACEA5E5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FCFF-F0F4-45C7-BDE3-3B603CBED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988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8990E7F-50D4-5D23-AE90-A3CEF0C52F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2B86332-8EC3-15B2-D1CD-9DDC24560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89715C4-BBBE-ACCE-B42F-386924180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F9F5E-622B-48FD-987C-0B8AAD9317F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766663-5EFA-2E2B-E4F4-4CB813BA4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703276-01F0-F110-1B05-8E448BD78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CFCFF-F0F4-45C7-BDE3-3B603CBED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37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99174E2-FE31-E5E0-1763-C715A392A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DFE04A-6EA3-CEF4-1B1F-3B132C2EC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FE3B19F-F649-5B65-DA0C-2B19EB99E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EF9F5E-622B-48FD-987C-0B8AAD9317F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ADCC2A-24E8-22D4-E88B-69C79B64F3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31FD6B-7D48-0240-E973-BA83CF1DD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7CFCFF-F0F4-45C7-BDE3-3B603CBED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38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CB84B20-B598-EA0C-2132-F9FFF1E29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64881" y="189876"/>
            <a:ext cx="5087060" cy="1886213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A7610882-C39C-4E64-314D-8F7533DC2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99774" y="4059835"/>
            <a:ext cx="5191850" cy="244826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561ED9B-1CBD-6FAC-BC15-7A3391004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3322" y="4058060"/>
            <a:ext cx="5106113" cy="268642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124F14EB-5372-D47F-B271-B38CF9BA02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076" y="1442537"/>
            <a:ext cx="5877745" cy="336279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2DD8E0E-3393-B201-0FFA-231A5CE93F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93" y="-120842"/>
            <a:ext cx="8021169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273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enkai chang</dc:creator>
  <cp:lastModifiedBy>enkai chang</cp:lastModifiedBy>
  <cp:revision>2</cp:revision>
  <dcterms:created xsi:type="dcterms:W3CDTF">2026-08-16T12:34:20Z</dcterms:created>
  <dcterms:modified xsi:type="dcterms:W3CDTF">2026-08-16T15:23:18Z</dcterms:modified>
</cp:coreProperties>
</file>